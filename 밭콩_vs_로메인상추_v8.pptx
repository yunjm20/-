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로드셀 관수, 화분 증산량,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91" y="1188720"/>
            <a:ext cx="6720537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후에도 대조구보다 약 200~300 g 무거움, 관수량은 대조구의 56%)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건조 실제 관수 = 대조구의 43%(목표 50%), 복합 37% — 건조 기간(10/12~23)이 짧고 저온(평균 18 °C)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가능, 뿌리 건조중은 포트 안 회수분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 시트 관수 전 무게(ETc·침수 각 3반복). 50% 처리는 간헐 관수(콩 관수일: 대조 64/67, 건조 58/66, 침수 63/65, 복합 48/67일).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기준. 로드셀 관수량(대조구 = 로드셀 4화분 평균).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46888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1,070~1,230 g으로 대조구(780~920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20% 적음 (P=0.06)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관수량(대조구 = 로드셀 4화분 평균, 결측 = 0). 화분 무게: 증산량 시트 관수 전 무게(ETc·침수 각 3반복).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